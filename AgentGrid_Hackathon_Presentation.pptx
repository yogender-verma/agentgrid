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6583680" cy="530352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F89"/>
                </a:solidFill>
              </a:defRPr>
            </a:pPr>
            <a:r>
              <a:t>TEAM TECHSPARK PRESENTS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5852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AgentGrid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8B5CF6"/>
                </a:solidFill>
              </a:defRPr>
            </a:pPr>
            <a:r>
              <a:t>"Where AI Agents Work Together."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5852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5B4FC"/>
                </a:solidFill>
              </a:defRPr>
            </a:pPr>
            <a:r>
              <a:t>An autonomous multi-agent AI workforce for business execution. Translating high-level founder objectives into coordinated, dependency-aware workflows across Finance, Marketing, Hiring, and Legal departments.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731520"/>
            <a:ext cx="3840480" cy="530352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0972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F89"/>
                </a:solidFill>
              </a:defRPr>
            </a:pPr>
            <a:r>
              <a:t>TEAM MEMBERS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291840" cy="10972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783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Yogender Verma</a:t>
            </a:r>
          </a:p>
          <a:p>
            <a:pPr>
              <a:defRPr sz="1000">
                <a:solidFill>
                  <a:srgbClr val="A5B4FC"/>
                </a:solidFill>
              </a:defRPr>
            </a:pPr>
            <a:r>
              <a:t>Full-Stack &amp; Multi-Agent Lead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017520"/>
            <a:ext cx="3291840" cy="10972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1546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G. Sri Pranay</a:t>
            </a:r>
          </a:p>
          <a:p>
            <a:pPr>
              <a:defRPr sz="1000">
                <a:solidFill>
                  <a:srgbClr val="A5B4FC"/>
                </a:solidFill>
              </a:defRPr>
            </a:pPr>
            <a:r>
              <a:t>AI Systems &amp; Backend Architect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389120"/>
            <a:ext cx="3291840" cy="10972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5262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Ch. Sai Sindhuri Reddy</a:t>
            </a:r>
          </a:p>
          <a:p>
            <a:pPr>
              <a:defRPr sz="1000">
                <a:solidFill>
                  <a:srgbClr val="A5B4FC"/>
                </a:solidFill>
              </a:defRPr>
            </a:pPr>
            <a:r>
              <a:t>Frontend &amp; UI/UX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TechSpark • AgentGrid Hackathon Jury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F89"/>
                </a:solidFill>
                <a:latin typeface="Segoe UI"/>
              </a:defRPr>
            </a:pPr>
            <a:r>
              <a:t>AGENTGRID HACKATHON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Problem: AI Can Answer — But Business Needs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6858000" cy="484632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44752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325880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Siloed Business Operations</a:t>
            </a:r>
          </a:p>
          <a:p>
            <a:pPr>
              <a:defRPr sz="1100">
                <a:solidFill>
                  <a:srgbClr val="A5B4FC"/>
                </a:solidFill>
              </a:defRPr>
            </a:pPr>
            <a:r>
              <a:t>Founders manage hiring, finance, marketing, and legal simultaneously with fragmented attention.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340864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21992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Interconnected Dependencies</a:t>
            </a:r>
          </a:p>
          <a:p>
            <a:pPr>
              <a:defRPr sz="1100">
                <a:solidFill>
                  <a:srgbClr val="A5B4FC"/>
                </a:solidFill>
              </a:defRPr>
            </a:pPr>
            <a:r>
              <a:t>A hiring decision directly impacts runway, requires marketing outreach, and legal contracts.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236976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118104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Task vs. Workflow Gap</a:t>
            </a:r>
          </a:p>
          <a:p>
            <a:pPr>
              <a:defRPr sz="1100">
                <a:solidFill>
                  <a:srgbClr val="A5B4FC"/>
                </a:solidFill>
              </a:defRPr>
            </a:pPr>
            <a:r>
              <a:t>Existing AI tools answer one-off questions but fail to execute end-to-end multi-step workflows.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4133087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014215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Manual Context Switching</a:t>
            </a:r>
          </a:p>
          <a:p>
            <a:pPr>
              <a:defRPr sz="1100">
                <a:solidFill>
                  <a:srgbClr val="A5B4FC"/>
                </a:solidFill>
              </a:defRPr>
            </a:pPr>
            <a:r>
              <a:t>Moving data manually between AI chatbots, spreadsheets, and apps creates massive overhead.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50292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910328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Lack of Human Oversight</a:t>
            </a:r>
          </a:p>
          <a:p>
            <a:pPr>
              <a:defRPr sz="1100">
                <a:solidFill>
                  <a:srgbClr val="A5B4FC"/>
                </a:solidFill>
              </a:defRPr>
            </a:pPr>
            <a:r>
              <a:t>Fully unconstrained AI causes rogue actions; important decisions demand human approval gates.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188720"/>
            <a:ext cx="3566160" cy="48463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4630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CORE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0116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DF89"/>
                </a:solidFill>
              </a:defRPr>
            </a:pPr>
            <a:r>
              <a:t>"How can one high-level business objective become coordinated, actionable work across multiple functions while keeping humans in control?"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F89"/>
                </a:solidFill>
                <a:latin typeface="Segoe UI"/>
              </a:defRPr>
            </a:pPr>
            <a:r>
              <a:t>AGENTGRID HACKATHON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AgentGrid — From Objective to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691640" cy="10972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00D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1. Founder Objective</a:t>
            </a:r>
          </a:p>
          <a:p>
            <a:pPr>
              <a:defRPr sz="900">
                <a:solidFill>
                  <a:srgbClr val="A5B4FC"/>
                </a:solidFill>
              </a:defRPr>
            </a:pPr>
            <a:r>
              <a:t>High-level goal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188720"/>
            <a:ext cx="1691640" cy="10972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28016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2. CEO Agent</a:t>
            </a:r>
          </a:p>
          <a:p>
            <a:pPr>
              <a:defRPr sz="900">
                <a:solidFill>
                  <a:srgbClr val="A5B4FC"/>
                </a:solidFill>
              </a:defRPr>
            </a:pPr>
            <a:r>
              <a:t>Master Orchestrator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1691640" cy="10972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8016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3. Master Plan (DAG)</a:t>
            </a:r>
          </a:p>
          <a:p>
            <a:pPr>
              <a:defRPr sz="900">
                <a:solidFill>
                  <a:srgbClr val="A5B4FC"/>
                </a:solidFill>
              </a:defRPr>
            </a:pPr>
            <a:r>
              <a:t>Task graph &amp; deps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1691640" cy="10972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4. Founder Approval</a:t>
            </a:r>
          </a:p>
          <a:p>
            <a:pPr>
              <a:defRPr sz="900">
                <a:solidFill>
                  <a:srgbClr val="A5B4FC"/>
                </a:solidFill>
              </a:defRPr>
            </a:pPr>
            <a:r>
              <a:t>Level A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1691640" cy="10972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28016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5. Execution</a:t>
            </a:r>
          </a:p>
          <a:p>
            <a:pPr>
              <a:defRPr sz="900">
                <a:solidFill>
                  <a:srgbClr val="A5B4FC"/>
                </a:solidFill>
              </a:defRPr>
            </a:pPr>
            <a:r>
              <a:t>Depts 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1188720"/>
            <a:ext cx="1691640" cy="10972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00D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128016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6. Control Gate</a:t>
            </a:r>
          </a:p>
          <a:p>
            <a:pPr>
              <a:defRPr sz="900">
                <a:solidFill>
                  <a:srgbClr val="A5B4FC"/>
                </a:solidFill>
              </a:defRPr>
            </a:pPr>
            <a:r>
              <a:t>Consequential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68880"/>
            <a:ext cx="10698480" cy="292608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65176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F89"/>
                </a:solidFill>
              </a:defRPr>
            </a:pPr>
            <a:r>
              <a:t>REAL EXECUTION EXAMPLE: "Hire 2 frontend interns under ₹10,000/month"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108960"/>
            <a:ext cx="2377440" cy="20116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2004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FINANCE AGENT</a:t>
            </a:r>
          </a:p>
          <a:p>
            <a:pPr>
              <a:defRPr sz="1000">
                <a:solidFill>
                  <a:srgbClr val="A5B4FC"/>
                </a:solidFill>
              </a:defRPr>
            </a:pPr>
            <a:r>
              <a:t>Models stipend cap feasibility, runway impact, and approves ₹10k/mo budget ceiling.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108960"/>
            <a:ext cx="2377440" cy="20116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32004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MARKETING AGENT</a:t>
            </a:r>
          </a:p>
          <a:p>
            <a:pPr>
              <a:defRPr sz="1000">
                <a:solidFill>
                  <a:srgbClr val="A5B4FC"/>
                </a:solidFill>
              </a:defRPr>
            </a:pPr>
            <a:r>
              <a:t>Generates social recruitment campaign copy &amp; one-click LinkedIn broadcast collateral.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3108960"/>
            <a:ext cx="2377440" cy="20116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00D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39" y="32004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F89"/>
                </a:solidFill>
              </a:defRPr>
            </a:pPr>
            <a:r>
              <a:t>HIRING AGENT</a:t>
            </a:r>
          </a:p>
          <a:p>
            <a:pPr>
              <a:defRPr sz="1000">
                <a:solidFill>
                  <a:srgbClr val="A5B4FC"/>
                </a:solidFill>
              </a:defRPr>
            </a:pPr>
            <a:r>
              <a:t>Generates 20 MCQs + Python coding challenge, screens resumes, &amp; scores candidates.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799" y="3108960"/>
            <a:ext cx="2377440" cy="20116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59" y="320040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LEGAL AGENT</a:t>
            </a:r>
          </a:p>
          <a:p>
            <a:pPr>
              <a:defRPr sz="1000">
                <a:solidFill>
                  <a:srgbClr val="A5B4FC"/>
                </a:solidFill>
              </a:defRPr>
            </a:pPr>
            <a:r>
              <a:t>Drafts offer letters, NDAs, IP assignments, &amp; compliance covenants for founder approval.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577840"/>
            <a:ext cx="10698480" cy="73152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 executes the work. The founder remains in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F89"/>
                </a:solidFill>
                <a:latin typeface="Segoe UI"/>
              </a:defRPr>
            </a:pPr>
            <a:r>
              <a:t>AGENTGRID HACKATHON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30952" cy="246888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F89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7823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React 19 — Core UI Component Library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TypeScript — Strict Type Safety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Vite — Next-Gen Frontend Tooling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Tailwind CSS — Custom Glassmorphic Theme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Framer Motion — Micro-animations &amp; Transitions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Lucide React — Icon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88720"/>
            <a:ext cx="5330952" cy="246888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7823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Python 3.11+ — Core Server Environment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FastAPI — High-performance Async Web API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Uvicorn — ASGI Production Server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SQLAlchemy — ORM &amp; Database Management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Pydantic v2 — Data Validation &amp; Schemas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SQLite / Postgres — Flexible Relational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330952" cy="246888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AI &amp;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47823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Google Gemini API — LLM Reasoning Engine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Multi-Agent Framework — Autonomous Executive Team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CEO Agent — Master Plan &amp; DAG Decomposition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DAG Execution Engine — Dependency Graph Control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Domain Models — Specialized Agent Runtimes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330952" cy="246888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SECURITY &amp;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47823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JWT Authentication — Secure Stateless Auth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Bcrypt / Passlib — Password Encryption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Human-in-the-Loop — Multi-Level Gate Approvals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CodeExecutor Sandbox — Multi-Language Test Case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F89"/>
                </a:solidFill>
                <a:latin typeface="Segoe UI"/>
              </a:defRPr>
            </a:pPr>
            <a:r>
              <a:t>AGENTGRID HACKATHON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What Makes AgentGrid Innovative?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804672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F89"/>
                </a:solidFill>
              </a:defRPr>
            </a:pPr>
            <a:r>
              <a:t>1. OBJECTIVE → EXECUTION</a:t>
            </a:r>
          </a:p>
          <a:p>
            <a:pPr>
              <a:defRPr sz="1000">
                <a:solidFill>
                  <a:srgbClr val="A5B4FC"/>
                </a:solidFill>
              </a:defRPr>
            </a:pPr>
            <a:r>
              <a:t>Natural-language business objectives translate directly into actionable multi-agent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84832"/>
            <a:ext cx="10698480" cy="804672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7627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2. CEO ORCHESTRATION</a:t>
            </a:r>
          </a:p>
          <a:p>
            <a:pPr>
              <a:defRPr sz="1000">
                <a:solidFill>
                  <a:srgbClr val="A5B4FC"/>
                </a:solidFill>
              </a:defRPr>
            </a:pPr>
            <a:r>
              <a:t>Master CEO Agent decomposes goals into dependency-aware Directed Acyclic Graphs (DAGs).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80944"/>
            <a:ext cx="10698480" cy="804672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72384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3. SPECIALIZED AI WORKFORCE</a:t>
            </a:r>
          </a:p>
          <a:p>
            <a:pPr>
              <a:defRPr sz="1000">
                <a:solidFill>
                  <a:srgbClr val="A5B4FC"/>
                </a:solidFill>
              </a:defRPr>
            </a:pPr>
            <a:r>
              <a:t>Finance, Marketing, Hiring, &amp; Legal operate as distinct, coordinated executive departments.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77056"/>
            <a:ext cx="10698480" cy="804672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68496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4. HUMAN-IN-THE-LOOP</a:t>
            </a:r>
          </a:p>
          <a:p>
            <a:pPr>
              <a:defRPr sz="1000">
                <a:solidFill>
                  <a:srgbClr val="A5B4FC"/>
                </a:solidFill>
              </a:defRPr>
            </a:pPr>
            <a:r>
              <a:t>Founder approval gates control plan authorization, deliverables, and external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73168"/>
            <a:ext cx="10698480" cy="804672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6460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F89"/>
                </a:solidFill>
              </a:defRPr>
            </a:pPr>
            <a:r>
              <a:t>5. CROSS-AGENT CONTEXT</a:t>
            </a:r>
          </a:p>
          <a:p>
            <a:pPr>
              <a:defRPr sz="1000">
                <a:solidFill>
                  <a:srgbClr val="A5B4FC"/>
                </a:solidFill>
              </a:defRPr>
            </a:pPr>
            <a:r>
              <a:t>Agents share execution outputs and domain state instead of operating as isolated chatbots.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70448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F89"/>
                </a:solidFill>
              </a:defRPr>
            </a:pPr>
            <a:r>
              <a:t>"From AI that answers questions → AI that coordinates business execution."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F89"/>
                </a:solidFill>
                <a:latin typeface="Segoe UI"/>
              </a:defRPr>
            </a:pPr>
            <a:r>
              <a:t>AGENTGRID HACKATHON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30952" cy="228600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F89"/>
                </a:solidFill>
              </a:defRPr>
            </a:pPr>
            <a:r>
              <a:t>FOUNDERS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✓  Less repetitive operational work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 Faster decision-making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 Single executive command center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 Complete workflow visibility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88720"/>
            <a:ext cx="5330952" cy="228600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STARTUPS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✓  Automate repetitive operations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 Coordinate multiple departments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 Reduce operational overhead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 Scale execution efficiently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330952" cy="228600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199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RECRUITMENT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59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✓  Structured candidate pipelines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 Consistent technical assessments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 Automated multi-round scoring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 Accelerated evaluation cycles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330952" cy="228600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2D2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86199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BUSINESS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51959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✓  Connect disparate business functions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 Eliminate manual cross-dept overhead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 Turn objectives into measurable execution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 Maintain strict human governance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126480"/>
            <a:ext cx="10698480" cy="45720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A5B4FC"/>
                </a:solidFill>
              </a:defRPr>
            </a:pPr>
            <a:r>
              <a:t>"AgentGrid transforms fragmented business operations into one coordinated AI workflow."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F89"/>
                </a:solidFill>
                <a:latin typeface="Segoe UI"/>
              </a:defRPr>
            </a:pPr>
            <a:r>
              <a:t>AGENTGRID HACKATHON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Feasibility &amp; Future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12080" cy="438912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00D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F89"/>
                </a:solidFill>
              </a:defRPr>
            </a:pPr>
            <a:r>
              <a:t>FEASIBILITY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• Built with mature web &amp; API standards (React 19, FastAPI).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Google Gemini API provides the core AI reasoning layer.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FastAPI powers production-grade async backend services.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DAG architecture deterministically manages agent dependencies.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Modular structure allows new agent domains to extend incrementally.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Human approval gates provide absolute safety for consequential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212080" cy="4389120"/>
          </a:xfrm>
          <a:prstGeom prst="roundRect">
            <a:avLst/>
          </a:prstGeom>
          <a:solidFill>
            <a:srgbClr val="140E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FUTURE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4663440" cy="10972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00D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01952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F89"/>
                </a:solidFill>
              </a:defRPr>
            </a:pPr>
            <a:r>
              <a:t>PHASE 1 — CURRENT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✓ CEO orchestration &amp; DAG workflows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✓ Finance, Marketing, Hiring &amp; Legal agents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✓ Human approval gate governance system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✓ Candidate assessment &amp; scoring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017520"/>
            <a:ext cx="4663440" cy="10972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090672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PHASE 2 — NEXT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→ Dedicated candidate interview platform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→ Email / Calendar / Communication integrations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→ Deep external business app integrations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206240"/>
            <a:ext cx="4663440" cy="109728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279392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PHASE 3 — FUTURE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→ Additional specialized domain agents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→ Deeper autonomous execution boundaries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→ Scalable multi-company deployment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15000"/>
            <a:ext cx="10698480" cy="822960"/>
          </a:xfrm>
          <a:prstGeom prst="roundRect">
            <a:avLst/>
          </a:prstGeom>
          <a:solidFill>
            <a:srgbClr val="1C14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7900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"AI can execute the work. Humans remain in control of the decisions."</a:t>
            </a:r>
          </a:p>
          <a:p>
            <a:pPr algn="ctr">
              <a:defRPr sz="1100" b="1">
                <a:solidFill>
                  <a:srgbClr val="00DF89"/>
                </a:solidFill>
              </a:defRPr>
            </a:pPr>
            <a:r>
              <a:t>AgentGrid — "Where AI Agents Work Together."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